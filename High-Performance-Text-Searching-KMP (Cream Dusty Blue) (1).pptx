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743200"/>
            <a:ext cx="6583680" cy="6583680"/>
          </a:xfrm>
          <a:prstGeom prst="ellipse">
            <a:avLst/>
          </a:prstGeom>
          <a:solidFill>
            <a:srgbClr val="C9D9E3">
              <a:alpha val="6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412480" y="3840480"/>
            <a:ext cx="5852160" cy="5852160"/>
          </a:xfrm>
          <a:prstGeom prst="ellipse">
            <a:avLst/>
          </a:prstGeom>
          <a:solidFill>
            <a:srgbClr val="B9CCD9">
              <a:alpha val="6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9692640" y="-2011680"/>
            <a:ext cx="3840480" cy="3840480"/>
          </a:xfrm>
          <a:prstGeom prst="ellipse">
            <a:avLst/>
          </a:prstGeom>
          <a:solidFill>
            <a:srgbClr val="C9D9E3">
              <a:alpha val="65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708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HIGH-PERFORMANCE TEXT SEARCHING USING KMP ALGORITHM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0881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5C46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Application using the Knuth–Morris–Pratt (KMP) Algorithm</a:t>
            </a:r>
            <a:endParaRPr lang="en-US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1508760" y="1965960"/>
          <a:ext cx="9144000" cy="1737360"/>
        </p:xfrm>
        <a:graphic>
          <a:graphicData uri="http://schemas.openxmlformats.org/drawingml/2006/table">
            <a:tbl>
              <a:tblPr/>
              <a:tblGrid>
                <a:gridCol w="4572000"/>
                <a:gridCol w="4572000"/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7089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Team Member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7089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Roll Number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C4632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Vaishali</a:t>
                      </a:r>
                      <a:endParaRPr lang="en-US" sz="13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4632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2520030117</a:t>
                      </a:r>
                      <a:endParaRPr lang="en-US" sz="13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C4632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Bindhu Madhavi</a:t>
                      </a:r>
                      <a:endParaRPr lang="en-US" sz="13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4632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2520030077</a:t>
                      </a:r>
                      <a:endParaRPr lang="en-US" sz="13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C4632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Srikruthi</a:t>
                      </a:r>
                      <a:endParaRPr lang="en-US" sz="13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4632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2520030340</a:t>
                      </a:r>
                      <a:endParaRPr lang="en-US" sz="13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3977640"/>
            <a:ext cx="10881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65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 the Guidance of  </a:t>
            </a:r>
            <a:r>
              <a:rPr lang="en-US" sz="1300" b="1" dirty="0">
                <a:solidFill>
                  <a:srgbClr val="4F70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S. Madhavi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279392"/>
            <a:ext cx="10881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70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Computer Science and Engineering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51960" y="5074920"/>
            <a:ext cx="3657600" cy="0"/>
          </a:xfrm>
          <a:prstGeom prst="line">
            <a:avLst/>
          </a:prstGeom>
          <a:noFill/>
          <a:ln w="12700">
            <a:solidFill>
              <a:srgbClr val="B3C4D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4F708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KONERU LAKSHMAIAH EDUCATION FOUNDATION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5623560"/>
            <a:ext cx="10881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5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KLH Deemed to be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669280" cy="5669280"/>
          </a:xfrm>
          <a:prstGeom prst="ellipse">
            <a:avLst/>
          </a:prstGeom>
          <a:solidFill>
            <a:srgbClr val="C9D9E3">
              <a:alpha val="6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961120" y="4206240"/>
            <a:ext cx="4937760" cy="4937760"/>
          </a:xfrm>
          <a:prstGeom prst="ellipse">
            <a:avLst/>
          </a:prstGeom>
          <a:solidFill>
            <a:srgbClr val="B9CCD9">
              <a:alpha val="6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708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Abstract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332720" cy="4937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Develops a high-performance text searching application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altLang="en-US" sz="1600" dirty="0"/>
              <a:t>find a particular pattern in text and also finds all the places where that pattern appears.</a:t>
            </a:r>
            <a:endParaRPr lang="en-US" alt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prefix/failure table for pattern preprocessing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altLang="en-US" sz="1600" dirty="0"/>
              <a:t>It can also search through multiple text files</a:t>
            </a:r>
            <a:endParaRPr lang="en-US" alt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Identifies all occurrences of the given pattern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Displays the positions of matching patterns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Includes advanced matching and analysis techniques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altLang="en-US" sz="1600" dirty="0"/>
              <a:t>the main goal is to make searching faster</a:t>
            </a:r>
            <a:endParaRPr lang="en-US" alt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Reduces unnecessary character comparisons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for efficient processing of large text datasets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669280" cy="5669280"/>
          </a:xfrm>
          <a:prstGeom prst="ellipse">
            <a:avLst/>
          </a:prstGeom>
          <a:solidFill>
            <a:srgbClr val="C9D9E3">
              <a:alpha val="6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961120" y="4206240"/>
            <a:ext cx="4937760" cy="4937760"/>
          </a:xfrm>
          <a:prstGeom prst="ellipse">
            <a:avLst/>
          </a:prstGeom>
          <a:solidFill>
            <a:srgbClr val="B9CCD9">
              <a:alpha val="6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708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332720" cy="4937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Searching large text files can require many comparisons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Brute-force searching may perform unnecessary comparisons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Searching multiple files increases processing time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Repeated comparisons reduce searching efficiency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 search problems require different algorithms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Exact and approximate matching need different approaches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 datasets require efficient and scalable processing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need clear and understandable search results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Matching positions should be identified accurately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Therefore, an advanced text-searching solution is required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669280" cy="5669280"/>
          </a:xfrm>
          <a:prstGeom prst="ellipse">
            <a:avLst/>
          </a:prstGeom>
          <a:solidFill>
            <a:srgbClr val="C9D9E3">
              <a:alpha val="6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961120" y="4206240"/>
            <a:ext cx="4937760" cy="4937760"/>
          </a:xfrm>
          <a:prstGeom prst="ellipse">
            <a:avLst/>
          </a:prstGeom>
          <a:solidFill>
            <a:srgbClr val="B9CCD9">
              <a:alpha val="6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708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Proposed Functionalities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332720" cy="4937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Exact pattern searching using KMP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matching using Z-Function and Rabin-Karp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Approximate matching using Dynamic Programming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Document-pattern assignment using Network Flow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Optimization using Approximation Algorithms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Randomized and Parallel Searching for large datasets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Searching across multiple text files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Identification of all matching positions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Visualization of matching positions and results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comparison between different algorithms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669280" cy="5669280"/>
          </a:xfrm>
          <a:prstGeom prst="ellipse">
            <a:avLst/>
          </a:prstGeom>
          <a:solidFill>
            <a:srgbClr val="C9D9E3">
              <a:alpha val="6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961120" y="4206240"/>
            <a:ext cx="4937760" cy="4937760"/>
          </a:xfrm>
          <a:prstGeom prst="ellipse">
            <a:avLst/>
          </a:prstGeom>
          <a:solidFill>
            <a:srgbClr val="B9CCD9">
              <a:alpha val="6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708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Tools, Technologies &amp; Algorithms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332720" cy="4937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KMP, Z-Function and Rabin-Karp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Programming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Flow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Approximation Algorithms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Randomized Algorithms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Parallel Algorithms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Text-file processing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preprocessing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 visualization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analysis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669280" cy="5669280"/>
          </a:xfrm>
          <a:prstGeom prst="ellipse">
            <a:avLst/>
          </a:prstGeom>
          <a:solidFill>
            <a:srgbClr val="C9D9E3">
              <a:alpha val="6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961120" y="4206240"/>
            <a:ext cx="4937760" cy="4937760"/>
          </a:xfrm>
          <a:prstGeom prst="ellipse">
            <a:avLst/>
          </a:prstGeom>
          <a:solidFill>
            <a:srgbClr val="B9CCD9">
              <a:alpha val="6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708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Expected Outcome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332720" cy="4937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and efficient pattern searching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unnecessary character comparisons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Accurate identification of matching positions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for large and multiple text files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processing of large text datasets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Comparison of different algorithmic approaches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scalability using parallel processing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visualization of search results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understanding of advanced algorithmic techniques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 application of algorithms in text analysis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743200"/>
            <a:ext cx="6583680" cy="6583680"/>
          </a:xfrm>
          <a:prstGeom prst="ellipse">
            <a:avLst/>
          </a:prstGeom>
          <a:solidFill>
            <a:srgbClr val="C9D9E3">
              <a:alpha val="6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412480" y="3840480"/>
            <a:ext cx="5852160" cy="5852160"/>
          </a:xfrm>
          <a:prstGeom prst="ellipse">
            <a:avLst/>
          </a:prstGeom>
          <a:solidFill>
            <a:srgbClr val="B9CCD9">
              <a:alpha val="6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9692640" y="-2011680"/>
            <a:ext cx="3840480" cy="3840480"/>
          </a:xfrm>
          <a:prstGeom prst="ellipse">
            <a:avLst/>
          </a:prstGeom>
          <a:solidFill>
            <a:srgbClr val="C9D9E3">
              <a:alpha val="65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0" y="3017520"/>
            <a:ext cx="121889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F708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2585</Words>
  <Application>WPS Presentation</Application>
  <PresentationFormat>On-screen Show (16:9)</PresentationFormat>
  <Paragraphs>95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Georgia</vt:lpstr>
      <vt:lpstr>Georgia</vt:lpstr>
      <vt:lpstr>Georgia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kruthi</cp:lastModifiedBy>
  <cp:revision>3</cp:revision>
  <dcterms:created xsi:type="dcterms:W3CDTF">2026-08-19T16:06:00Z</dcterms:created>
  <dcterms:modified xsi:type="dcterms:W3CDTF">2026-08-20T05:57:40Z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4A7E2C7FE78347388E8144756E67DDCD_12</vt:lpwstr>
  </property>
  <property fmtid="{D5CDD505-2E9C-101B-9397-08002B2CF9AE}" pid="3" name="KSOProductBuildVer">
    <vt:lpwstr>1033-12.1.0.28032</vt:lpwstr>
  </property>
</Properties>
</file>