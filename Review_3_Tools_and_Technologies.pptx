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libri (MS) Bold" charset="1" panose="020F0702030404030204"/>
      <p:regular r:id="rId8"/>
    </p:embeddedFont>
    <p:embeddedFont>
      <p:font typeface="Times New Roman" charset="1" panose="02020603050405020304"/>
      <p:regular r:id="rId9"/>
    </p:embeddedFont>
    <p:embeddedFont>
      <p:font typeface="Georgia Bold" charset="1" panose="02040802050405020203"/>
      <p:regular r:id="rId10"/>
    </p:embeddedFont>
    <p:embeddedFont>
      <p:font typeface="Georgia" charset="1" panose="02040502050405020303"/>
      <p:regular r:id="rId11"/>
    </p:embeddedFont>
    <p:embeddedFont>
      <p:font typeface="Calibri (MS)" charset="1" panose="020F0502020204030204"/>
      <p:regular r:id="rId12"/>
    </p:embeddedFont>
    <p:embeddedFont>
      <p:font typeface="Times New Roman Bold" charset="1" panose="02020803070505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font" Target="fonts/font1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505325" cy="4505325"/>
            <a:chOff x="0" y="0"/>
            <a:chExt cx="6007100" cy="6007100"/>
          </a:xfrm>
        </p:grpSpPr>
        <p:sp>
          <p:nvSpPr>
            <p:cNvPr name="Freeform 9" id="9" descr="Background pattern  Description automatically generated"/>
            <p:cNvSpPr/>
            <p:nvPr/>
          </p:nvSpPr>
          <p:spPr>
            <a:xfrm flipH="false" flipV="false" rot="0">
              <a:off x="0" y="0"/>
              <a:ext cx="6007100" cy="6007100"/>
            </a:xfrm>
            <a:custGeom>
              <a:avLst/>
              <a:gdLst/>
              <a:ahLst/>
              <a:cxnLst/>
              <a:rect r="r" b="b" t="t" l="l"/>
              <a:pathLst>
                <a:path h="6007100" w="6007100">
                  <a:moveTo>
                    <a:pt x="0" y="0"/>
                  </a:moveTo>
                  <a:lnTo>
                    <a:pt x="6007100" y="0"/>
                  </a:lnTo>
                  <a:lnTo>
                    <a:pt x="6007100" y="6007100"/>
                  </a:lnTo>
                  <a:lnTo>
                    <a:pt x="0" y="6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-1734941"/>
            <a:ext cx="18474085" cy="7037245"/>
            <a:chOff x="0" y="0"/>
            <a:chExt cx="24632113" cy="9382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32114" cy="9382992"/>
            </a:xfrm>
            <a:custGeom>
              <a:avLst/>
              <a:gdLst/>
              <a:ahLst/>
              <a:cxnLst/>
              <a:rect r="r" b="b" t="t" l="l"/>
              <a:pathLst>
                <a:path h="9382992" w="24632114">
                  <a:moveTo>
                    <a:pt x="0" y="0"/>
                  </a:moveTo>
                  <a:lnTo>
                    <a:pt x="24632114" y="0"/>
                  </a:lnTo>
                  <a:lnTo>
                    <a:pt x="24632114" y="9382992"/>
                  </a:lnTo>
                  <a:lnTo>
                    <a:pt x="0" y="9382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4632113" cy="945919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180"/>
                </a:lnSpc>
              </a:pPr>
            </a:p>
            <a:p>
              <a:pPr algn="ctr">
                <a:lnSpc>
                  <a:spcPts val="5940"/>
                </a:lnSpc>
              </a:pPr>
            </a:p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1F4E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 and Algorithms -3 (25CS2103E)</a:t>
              </a:r>
            </a:p>
            <a:p>
              <a:pPr algn="ctr">
                <a:lnSpc>
                  <a:spcPts val="4536"/>
                </a:lnSpc>
              </a:pPr>
            </a:p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1F4E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High-Performance Medical Information Search System</a:t>
              </a:r>
            </a:p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1F4E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  <a:p>
              <a:pPr algn="ctr">
                <a:lnSpc>
                  <a:spcPts val="5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27169" y="6993336"/>
            <a:ext cx="6644049" cy="302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</a:p>
          <a:p>
            <a:pPr algn="ctr">
              <a:lnSpc>
                <a:spcPts val="3466"/>
              </a:lnSpc>
            </a:pPr>
          </a:p>
          <a:p>
            <a:pPr algn="ctr">
              <a:lnSpc>
                <a:spcPts val="346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Esteemed Guidance of</a:t>
            </a:r>
          </a:p>
          <a:p>
            <a:pPr algn="ctr">
              <a:lnSpc>
                <a:spcPts val="346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Madhavi</a:t>
            </a:r>
          </a:p>
          <a:p>
            <a:pPr algn="ctr">
              <a:lnSpc>
                <a:spcPts val="3466"/>
              </a:lnSpc>
            </a:pPr>
          </a:p>
          <a:p>
            <a:pPr algn="ctr">
              <a:lnSpc>
                <a:spcPts val="2916"/>
              </a:lnSpc>
            </a:pPr>
          </a:p>
          <a:p>
            <a:pPr algn="ctr">
              <a:lnSpc>
                <a:spcPts val="2916"/>
              </a:lnSpc>
            </a:pP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792911" y="4760430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/>
                <a:gridCol w="6858000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4E9C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4E9C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3864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3864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3864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3864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3864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3864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32277" y="-835819"/>
            <a:ext cx="4505325" cy="4505325"/>
            <a:chOff x="0" y="0"/>
            <a:chExt cx="6007100" cy="6007100"/>
          </a:xfrm>
        </p:grpSpPr>
        <p:sp>
          <p:nvSpPr>
            <p:cNvPr name="Freeform 9" id="9" descr="Background pattern  Description automatically generated"/>
            <p:cNvSpPr/>
            <p:nvPr/>
          </p:nvSpPr>
          <p:spPr>
            <a:xfrm flipH="false" flipV="false" rot="0">
              <a:off x="0" y="0"/>
              <a:ext cx="6007100" cy="6007100"/>
            </a:xfrm>
            <a:custGeom>
              <a:avLst/>
              <a:gdLst/>
              <a:ahLst/>
              <a:cxnLst/>
              <a:rect r="r" b="b" t="t" l="l"/>
              <a:pathLst>
                <a:path h="6007100" w="6007100">
                  <a:moveTo>
                    <a:pt x="0" y="0"/>
                  </a:moveTo>
                  <a:lnTo>
                    <a:pt x="6007100" y="0"/>
                  </a:lnTo>
                  <a:lnTo>
                    <a:pt x="6007100" y="6007100"/>
                  </a:lnTo>
                  <a:lnTo>
                    <a:pt x="0" y="6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43200" y="1369219"/>
            <a:ext cx="12801600" cy="67909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5392"/>
              </a:lnSpc>
              <a:spcBef>
                <a:spcPct val="0"/>
              </a:spcBef>
            </a:pPr>
            <a:r>
              <a:rPr lang="en-US" b="true" sz="3600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TECHNOLOGIES USED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00200" y="2468880"/>
          <a:ext cx="15087600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0058400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Georgia"/>
                        </a:rPr>
                        <a:t>Category</a:t>
                      </a:r>
                    </a:p>
                  </a:txBody>
                  <a:tcPr anchor="ctr">
                    <a:solidFill>
                      <a:srgbClr val="1F4E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Georgia"/>
                        </a:rPr>
                        <a:t>Tools / Technologies Used</a:t>
                      </a:r>
                    </a:p>
                  </a:txBody>
                  <a:tcPr anchor="ctr">
                    <a:solidFill>
                      <a:srgbClr val="1F4E9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F3864"/>
                          </a:solidFill>
                          <a:latin typeface="Georgia"/>
                        </a:rPr>
                        <a:t>Programming Languages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Georgia"/>
                        </a:rPr>
                        <a:t>Java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F3864"/>
                          </a:solidFill>
                          <a:latin typeface="Georgia"/>
                        </a:rPr>
                        <a:t>Software / IDEs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Georgia"/>
                        </a:rPr>
                        <a:t>JDK, Visual Studio Code, Windows / Linux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F3864"/>
                          </a:solidFill>
                          <a:latin typeface="Georgia"/>
                        </a:rPr>
                        <a:t>Frameworks / Libraries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Georgia"/>
                        </a:rPr>
                        <a:t>Java Standard Library (no external frameworks)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F3864"/>
                          </a:solidFill>
                          <a:latin typeface="Georgia"/>
                        </a:rPr>
                        <a:t>Databases / Platforms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Georgia"/>
                        </a:rPr>
                        <a:t>In-memory data structures; 200 medical records and 2,000 patient records (file-based)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F3864"/>
                          </a:solidFill>
                          <a:latin typeface="Georgia"/>
                        </a:rPr>
                        <a:t>Hardware / IoT Components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Georgia"/>
                        </a:rPr>
                        <a:t>Computer / Laptop (min. 4 GB RAM, 10 GB storage); no IoT components 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F3864"/>
                          </a:solidFill>
                          <a:latin typeface="Georgia"/>
                        </a:rPr>
                        <a:t>Other Tools / Platforms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22222"/>
                          </a:solidFill>
                          <a:latin typeface="Georgia"/>
                        </a:rPr>
                        <a:t>KMP, Z-Function, Rabin-Karp; Edit Distance, LCS, 0/1 Knapsack (Dynamic Programming)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DAHV2NdB2oo</dc:identifier>
  <dcterms:modified xsi:type="dcterms:W3CDTF">2011-08-01T06:04:30Z</dcterms:modified>
  <cp:revision>1</cp:revision>
  <dc:title>DSA-3_Project PPT.pptx</dc:title>
</cp:coreProperties>
</file>