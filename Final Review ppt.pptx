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000" y="1150000"/>
            <a:ext cx="9192000" cy="1500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High-Performance Text Searching for Electronic Health Records</a:t>
            </a:r>
          </a:p>
        </p:txBody>
      </p:sp>
      <p:graphicFrame>
        <p:nvGraphicFramePr>
          <p:cNvPr id="4" name="Team Table"/>
          <p:cNvGraphicFramePr>
            <a:graphicFrameLocks noGrp="1"/>
          </p:cNvGraphicFramePr>
          <p:nvPr/>
        </p:nvGraphicFramePr>
        <p:xfrm>
          <a:off x="2996000" y="3000000"/>
          <a:ext cx="6200000" cy="1680000"/>
        </p:xfrm>
        <a:graphic>
          <a:graphicData uri="http://schemas.openxmlformats.org/drawingml/2006/table">
            <a:tbl>
              <a:tblPr/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Roll Number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Vaishali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2520030117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Bindhu Madhavi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2520030077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Sri Kruthi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2520030340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6000" y="5000000"/>
            <a:ext cx="7000000" cy="12000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Under the Esteemed Guidance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S.Madhavi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1250000"/>
            <a:ext cx="7000000" cy="48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966C8C-0E2F-C0BE-F4FE-EF852B4B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738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2000" dirty="0"/>
              <a:t>High-Performance Text Searching for Electronic Health Records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designed for fast retrieval of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a medical corpus with 100 medical records and a database of 2,000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 medical information using keywords such as diseases, symptoms, and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KMP, Z-Function, and Rabin-Karp algorithms are used for string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 and LCS are also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performs patient symptom searching and displays matching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is to provide fast and efficient medical information retrieval.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E5EF56-11BF-4BC5-4A4E-F78A4793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datasets contain a large amount of information about diseases, symptoms, and patient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 this information efficiently is important for quick retrieval of relevant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provides keyword-based searching over medical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includes Dynamic Programming techniques for additional text-processing and optimization operations.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patient database containing 2,000 generated patient records is used for symptom-based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demonstrates how Data Structures and Algorithms can be applied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advanced string-matching algorithms such as KMP, Z-Function, and Rabin-Karp.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E6FC87-C3A0-BD0F-80E7-DDDF327B5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37263"/>
              </p:ext>
            </p:extLst>
          </p:nvPr>
        </p:nvGraphicFramePr>
        <p:xfrm>
          <a:off x="896000" y="1800000"/>
          <a:ext cx="10400000" cy="4480000"/>
        </p:xfrm>
        <a:graphic>
          <a:graphicData uri="http://schemas.openxmlformats.org/drawingml/2006/table">
            <a:tbl>
              <a:tblPr/>
              <a:tblGrid>
                <a:gridCol w="800000">
                  <a:extLst>
                    <a:ext uri="{9D8B030D-6E8A-4147-A177-3AD203B41FA5}">
                      <a16:colId xmlns:a16="http://schemas.microsoft.com/office/drawing/2014/main" val="603074675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30207690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14221328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984977817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S.No.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Research Paper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Main Contribution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78059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Clinical Information Retrieval: A Literature Review – </a:t>
                      </a:r>
                      <a:r>
                        <a:rPr lang="en-IN" sz="1400" b="1" dirty="0" err="1"/>
                        <a:t>Sivarajkumar</a:t>
                      </a:r>
                      <a:r>
                        <a:rPr lang="en-IN" sz="1400" b="1" dirty="0"/>
                        <a:t> et al.</a:t>
                      </a:r>
                      <a:endParaRPr lang="en-IN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Reviews clinical information retrieval methods and techniques for searching medical information.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3313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Large Language Models to Process, Analyze, and Synthesize Biomedical Texts – Doneva et al.</a:t>
                      </a:r>
                      <a:endParaRPr lang="en-US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Studies LLMs for biomedical text processing, knowledge management, text mining and evidence synthesis.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382654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BiomedRAG: A Retrieval Augmented Large Language Model for Biomedicine – Li et al.</a:t>
                      </a:r>
                      <a:endParaRPr lang="en-IN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Uses retrieval techniques to obtain relevant biomedical information for biomedical NLP tasks.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509646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Evaluating Search Engines and Large Language Models for Answering Health Questions – Fernández-Pichel et al.</a:t>
                      </a:r>
                      <a:endParaRPr lang="en-US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Compares search engines, LLMs and RAG approaches for health-related questions.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4799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8A4BD18-7EF2-2360-F35C-2F94E444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050000"/>
            <a:ext cx="10400000" cy="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Literature Survey — 4 Recent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1500000"/>
            <a:ext cx="5000000" cy="3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Problem Statement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Medical information can contain a large number of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Finding relevant information manually can take more time.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Simple searching becomes less efficient as the data increases.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A fast and efficient medical information search system is required.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6296000" y="1500000"/>
            <a:ext cx="5000000" cy="407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Objectives</a:t>
            </a:r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Develop 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High-Performance Text Searching for Electronic Health Records.</a:t>
            </a:r>
            <a:endParaRPr lang="en-US" sz="1800" dirty="0"/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Search medical records using user-entered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Implement </a:t>
            </a:r>
            <a:r>
              <a:rPr lang="en-US" sz="1800" b="1" dirty="0"/>
              <a:t>KMP, Z-Function and Rabin-Karp</a:t>
            </a:r>
            <a:r>
              <a:rPr lang="en-US" sz="1800" dirty="0"/>
              <a:t> algorithms.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Search patient records based on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Apply Dynamic Programming techniques.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Retrieve relevant medical information quickly and efficiently.</a:t>
            </a:r>
          </a:p>
        </p:txBody>
      </p:sp>
      <p:sp>
        <p:nvSpPr>
          <p:cNvPr id="7" name="Note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5950000"/>
            <a:ext cx="1040000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Your implementation contains </a:t>
            </a:r>
            <a:r>
              <a:rPr lang="en-US" b="1" dirty="0"/>
              <a:t>2</a:t>
            </a:r>
            <a:r>
              <a:rPr lang="en-US" sz="1800" b="1" dirty="0"/>
              <a:t>00 medical records</a:t>
            </a:r>
            <a:r>
              <a:rPr lang="en-US" sz="1800" dirty="0"/>
              <a:t> and </a:t>
            </a:r>
            <a:r>
              <a:rPr lang="en-US" sz="1800" b="1" dirty="0"/>
              <a:t>2,000 patient records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21" name="Step START"/>
          <p:cNvSpPr/>
          <p:nvPr/>
        </p:nvSpPr>
        <p:spPr>
          <a:xfrm>
            <a:off x="2896000" y="100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22" name="Arrow 1360000"/>
          <p:cNvSpPr/>
          <p:nvPr/>
        </p:nvSpPr>
        <p:spPr>
          <a:xfrm>
            <a:off x="5986000" y="13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Load Medical"/>
          <p:cNvSpPr/>
          <p:nvPr/>
        </p:nvSpPr>
        <p:spPr>
          <a:xfrm>
            <a:off x="2896000" y="15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Load Medical Records and Patient Database</a:t>
            </a:r>
          </a:p>
        </p:txBody>
      </p:sp>
      <p:sp>
        <p:nvSpPr>
          <p:cNvPr id="24" name="Arrow 1880000"/>
          <p:cNvSpPr/>
          <p:nvPr/>
        </p:nvSpPr>
        <p:spPr>
          <a:xfrm>
            <a:off x="5986000" y="19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Enter Medica"/>
          <p:cNvSpPr/>
          <p:nvPr/>
        </p:nvSpPr>
        <p:spPr>
          <a:xfrm>
            <a:off x="2896000" y="20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Enter Medical Keyword</a:t>
            </a:r>
          </a:p>
        </p:txBody>
      </p:sp>
      <p:sp>
        <p:nvSpPr>
          <p:cNvPr id="26" name="Arrow 2400000"/>
          <p:cNvSpPr/>
          <p:nvPr/>
        </p:nvSpPr>
        <p:spPr>
          <a:xfrm>
            <a:off x="5986000" y="24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Step Search Medic"/>
          <p:cNvSpPr/>
          <p:nvPr/>
        </p:nvSpPr>
        <p:spPr>
          <a:xfrm>
            <a:off x="2896000" y="25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Search Medical Records using KMP</a:t>
            </a:r>
          </a:p>
        </p:txBody>
      </p:sp>
      <p:sp>
        <p:nvSpPr>
          <p:cNvPr id="28" name="Arrow 2920000"/>
          <p:cNvSpPr/>
          <p:nvPr/>
        </p:nvSpPr>
        <p:spPr>
          <a:xfrm>
            <a:off x="5986000" y="29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tep Match Found?"/>
          <p:cNvSpPr/>
          <p:nvPr/>
        </p:nvSpPr>
        <p:spPr>
          <a:xfrm>
            <a:off x="2896000" y="308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Match Found?</a:t>
            </a:r>
          </a:p>
        </p:txBody>
      </p:sp>
      <p:sp>
        <p:nvSpPr>
          <p:cNvPr id="30" name="Arrow 3440000"/>
          <p:cNvSpPr/>
          <p:nvPr/>
        </p:nvSpPr>
        <p:spPr>
          <a:xfrm>
            <a:off x="5986000" y="346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 Yes → Z-Func"/>
          <p:cNvSpPr/>
          <p:nvPr/>
        </p:nvSpPr>
        <p:spPr>
          <a:xfrm>
            <a:off x="2896000" y="360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Yes → Z-Function + Rabin-Karp Verification</a:t>
            </a:r>
          </a:p>
        </p:txBody>
      </p:sp>
      <p:sp>
        <p:nvSpPr>
          <p:cNvPr id="32" name="Arrow 3960000"/>
          <p:cNvSpPr/>
          <p:nvPr/>
        </p:nvSpPr>
        <p:spPr>
          <a:xfrm>
            <a:off x="5986000" y="39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tep Patient Symp"/>
          <p:cNvSpPr/>
          <p:nvPr/>
        </p:nvSpPr>
        <p:spPr>
          <a:xfrm>
            <a:off x="2896000" y="41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Patient Symptom Search</a:t>
            </a:r>
          </a:p>
        </p:txBody>
      </p:sp>
      <p:sp>
        <p:nvSpPr>
          <p:cNvPr id="34" name="Arrow 4480000"/>
          <p:cNvSpPr/>
          <p:nvPr/>
        </p:nvSpPr>
        <p:spPr>
          <a:xfrm>
            <a:off x="5986000" y="45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ep Dynamic Prog"/>
          <p:cNvSpPr/>
          <p:nvPr/>
        </p:nvSpPr>
        <p:spPr>
          <a:xfrm>
            <a:off x="2896000" y="46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Dynamic Programming Processing</a:t>
            </a:r>
          </a:p>
        </p:txBody>
      </p:sp>
      <p:sp>
        <p:nvSpPr>
          <p:cNvPr id="36" name="Arrow 5000000"/>
          <p:cNvSpPr/>
          <p:nvPr/>
        </p:nvSpPr>
        <p:spPr>
          <a:xfrm>
            <a:off x="5986000" y="50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tep Display Sear"/>
          <p:cNvSpPr/>
          <p:nvPr/>
        </p:nvSpPr>
        <p:spPr>
          <a:xfrm>
            <a:off x="2896000" y="51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Display Search Results</a:t>
            </a:r>
          </a:p>
        </p:txBody>
      </p:sp>
      <p:sp>
        <p:nvSpPr>
          <p:cNvPr id="38" name="Arrow 5520000"/>
          <p:cNvSpPr/>
          <p:nvPr/>
        </p:nvSpPr>
        <p:spPr>
          <a:xfrm>
            <a:off x="5986000" y="55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Step END"/>
          <p:cNvSpPr/>
          <p:nvPr/>
        </p:nvSpPr>
        <p:spPr>
          <a:xfrm>
            <a:off x="2896000" y="568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8EEF704-F481-5CA9-0663-709E93E055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938215"/>
            <a:ext cx="2801815" cy="283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03F52DC-0B8D-D992-BC5D-243664F65C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3892"/>
            <a:ext cx="3755292" cy="375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F8F585-AF2A-2341-FBB7-A12A676C3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4" y="1177198"/>
            <a:ext cx="3368332" cy="43590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C2D69A-437F-D96D-9FAF-64F9CB5B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73" y="1116233"/>
            <a:ext cx="3017782" cy="44199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E1A4596-89AD-7AAD-D5D9-E62CAA75B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303" y="1146597"/>
            <a:ext cx="3055885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896000" y="2400000"/>
            <a:ext cx="5000000" cy="3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800" b="1" dirty="0">
                <a:solidFill>
                  <a:srgbClr val="C00000"/>
                </a:solidFill>
              </a:rPr>
              <a:t>Hardware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Computer / Laptop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Minimum 4 GB RAM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Minimum 10 GB storage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Keyboard and Mouse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6296000" y="2400000"/>
            <a:ext cx="5000000" cy="3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800" b="1" dirty="0">
                <a:solidFill>
                  <a:srgbClr val="C00000"/>
                </a:solidFill>
              </a:rPr>
              <a:t>Software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Windows / Linux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Java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JDK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Visual Studio Code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Java Standard Library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B68B4C-2D6E-D88A-DFB9-2A035DDD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700000"/>
            <a:ext cx="10400000" cy="5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dirty="0"/>
              <a:t>High-Performance Text Searching for Electronic Health Records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fast and efficient way to search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200 medical records and 2,000 patient records for searching and testing.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 is used for searching medical records based on the entered keyword.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search patient records based on their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Distance, LCS, and 0/1 Knapsack are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practical application of Data Structures and Algorithms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reduces the effort required to find relevant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Z-Function and Rabin-Karp are used to verify matching results.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searching techniques provide a useful basis for comparing and improving search performance.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can be extended to handle larger medical datasets in the future.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provides a foundation for developing an advanced medical information retrieval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03557-6302-8559-2356-24374F81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250000"/>
            <a:ext cx="10400000" cy="50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the medical corpus from the current dataset to a much larger collection.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semantic search to understand the meaning of user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Natural Language Processing (NLP) for better medical text understanding.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spelling correction for incorrectly entered medical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Edit Distance to find similar medical terms and possible corrections.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result ranking so that the most relevant medical records appear first.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web-based interface for easier access to the search system.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voice-based search so users can speak their medical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filters for diseases, symptoms, treatments, medicines, and medical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reliable and verified medical literature into the search corpus.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search techniques such as fuzzy matching and semantic similarity.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application for convenient medical information searching.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880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Data Structures and Algorithms -3 (25CS2103E) High-Performance Text Searching for Electronic Health Records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Bindhu Madhavi P</cp:lastModifiedBy>
  <cp:revision>24</cp:revision>
  <dcterms:created xsi:type="dcterms:W3CDTF">2024-08-29T05:25:00Z</dcterms:created>
  <dcterms:modified xsi:type="dcterms:W3CDTF">2026-09-30T03:04:38Z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